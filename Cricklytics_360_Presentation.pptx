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800" b="1">
                <a:solidFill>
                  <a:srgbClr val="3498DB"/>
                </a:solidFill>
              </a:defRPr>
            </a:pPr>
            <a:r>
              <a:t>Cricklytics 360°: Data, Vision &amp; Predictions in One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000">
                <a:solidFill>
                  <a:srgbClr val="FFFFFF"/>
                </a:solidFill>
              </a:defRPr>
            </a:pPr>
            <a:r>
              <a:t>Presented by: Sakshi</a:t>
            </a:r>
            <a:br/>
            <a:r>
              <a:t>Department of Computer Science</a:t>
            </a:r>
            <a:br/>
            <a:r>
              <a:t>SRM University</a:t>
            </a:r>
            <a:br/>
            <a:r>
              <a:t>Guide: Aruhi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3498DB"/>
                </a:solidFill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Cricklytics 360° is an AI-powered cricket analytics platform combining ML, CV, and NLP.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Provides IPL match predictions, player insights, and real-time dashboards.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Integrates AI for data-to-decision workflows in sports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3498DB"/>
                </a:solidFill>
              </a:rPr>
              <a:t>Problem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Challenge: Extract actionable insights from massive cricket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Current systems are fragmented and lack predictive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Goal: Create a unified, AI-driven cricket analytics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3498DB"/>
                </a:solidFill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Layers: Data Layer, Processing Layer, Intelligence Layer, Presentation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Modules: Data Collection, ML, Computer Vision, Visualization, Chatbot.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Ensures scalability, modularity, and real-time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3498DB"/>
                </a:solidFill>
              </a:rPr>
              <a:t>Modules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Data Collection &amp; Preprocessing – Cleans and structures cricket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Machine Learning Module – Predicts outcomes using Random Forest, XGBoost, LSTM.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Computer Vision – Detects players, strokes, and match events from video.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Dashboard – Interactive real-time analytics in Streamlit.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Chatbot – Answers natural language cricket queries.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3498DB"/>
                </a:solidFill>
              </a:rPr>
              <a:t>Implementation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1. Data Acquisition – IPL datasets, player &amp; match stats.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2. Data Preprocessing – Feature extraction &amp; cleaning.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3. Model Development – ML + CV models for prediction &amp; recognition.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4. Dashboard – Streamlit-based real-time visualization.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5. Chatbot – NLP model for fan queries.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6. Deployment – Streamlit Cloud/Heroku.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3498DB"/>
                </a:solidFill>
              </a:rPr>
              <a:t>Testing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Prediction Accuracy: ~86% | Player Forecast: ~83%.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Chatbot Response Accuracy: 90%.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Dashboard Response Time: &lt; 2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Integration and system testing confirmed stable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3498DB"/>
                </a:solidFill>
              </a:rPr>
              <a:t>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Languages: Python, HTML/CSS (optional UI).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Frameworks: Scikit-learn, TensorFlow, OpenCV, Streamlit.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Databases: MySQL, CSV/JSON.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Platforms: Jupyter, VS Code, GitHub, Heroku.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3498DB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Cricklytics 360° demonstrates AI’s power in transforming sports analytics.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Combines ML, CV, and NLP for 360° cricket insights.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Future Work: Live API integration and scalable cloud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3600" b="1">
                <a:solidFill>
                  <a:srgbClr val="3498DB"/>
                </a:solidFill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1. Han et al., Data Mining: Concepts and Techniques (2011).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2. Géron, Hands-On Machine Learning (2022).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3. Kaggle IPL Dataset, OpenCV, TensorFlow Docs.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4. Streamlit &amp; Scikit-learn Official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