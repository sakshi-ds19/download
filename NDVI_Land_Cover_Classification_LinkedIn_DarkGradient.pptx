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akshi-srivastava-59a3b3313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705" y="1349115"/>
            <a:ext cx="8274569" cy="2251335"/>
          </a:xfrm>
        </p:spPr>
        <p:txBody>
          <a:bodyPr>
            <a:normAutofit/>
          </a:bodyPr>
          <a:lstStyle/>
          <a:p>
            <a:pPr>
              <a:defRPr sz="6000">
                <a:solidFill>
                  <a:srgbClr val="FFFFFF"/>
                </a:solidFill>
              </a:defRPr>
            </a:pPr>
            <a:r>
              <a:rPr lang="en-IN" dirty="0"/>
              <a:t>🌿 </a:t>
            </a:r>
            <a:r>
              <a:rPr sz="4000" dirty="0"/>
              <a:t>NDVI Land Cover</a:t>
            </a:r>
            <a:r>
              <a:rPr lang="en-US" sz="4000" dirty="0"/>
              <a:t> </a:t>
            </a:r>
            <a:r>
              <a:rPr sz="4000" dirty="0"/>
              <a:t>Classification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114800"/>
            <a:ext cx="7772400" cy="2097740"/>
          </a:xfrm>
        </p:spPr>
        <p:txBody>
          <a:bodyPr>
            <a:normAutofit fontScale="85000" lnSpcReduction="20000"/>
          </a:bodyPr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rPr dirty="0"/>
              <a:t>Summer Analytics 2025 Hackathon</a:t>
            </a:r>
          </a:p>
          <a:p>
            <a:endParaRPr lang="en-IN" dirty="0"/>
          </a:p>
          <a:p>
            <a:r>
              <a:rPr lang="en-IN" dirty="0"/>
              <a:t>Participant: Sakshi Srivastava</a:t>
            </a:r>
          </a:p>
          <a:p>
            <a:r>
              <a:rPr lang="en-IN" dirty="0"/>
              <a:t>Model: Logistic Regression (multiclass)  </a:t>
            </a:r>
          </a:p>
          <a:p>
            <a:r>
              <a:rPr lang="en-IN" dirty="0"/>
              <a:t>Validation Accuracy: ~89.4%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t>🚀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Predict land cover types using NDVI time-series satellite data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Handle noisy signals &amp; missing values due to clouds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Multiclass classification using Logistic Regression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t>⚠️ 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NDVI noise due to cloud cover ☁️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Missing values in time series 🕳️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Seasonal vegetation variations 🌿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Highly correlated features 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t>🔧 My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• Imputation (Median strategy)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• Smoothing (Rolling Window)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• Feature Engineering (Stats &amp; Trends)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• PCA (5 Components)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• Polynomial Features (Degree 2)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• Logistic Regression (Multinomial)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t>📊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5-Fold Cross-Validation: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Fold 1: 89.3%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Fold 2: 90.0%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Fold 3: 89.6%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Fold 4: 88.7%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Fold 5: 89.5%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t>🎯 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Real-world data is noisy 🌧️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PCA helps reduce feature redundancy 📉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Polynomial features add non-linearity 🔀</a:t>
            </a:r>
          </a:p>
          <a:p>
            <a:pPr>
              <a:defRPr sz="2800">
                <a:solidFill>
                  <a:srgbClr val="C8C8C8"/>
                </a:solidFill>
              </a:defRPr>
            </a:pPr>
            <a:r>
              <a:t>Cross-validation ensures reliability 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000">
                <a:solidFill>
                  <a:srgbClr val="FFFFFF"/>
                </a:solidFill>
              </a:defRPr>
            </a:pPr>
            <a:r>
              <a:t>🤝 Let's Connect!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rPr lang="en-IN" dirty="0">
                <a:hlinkClick r:id="rId2"/>
              </a:rPr>
              <a:t>https://www.linkedin.com/in/sakshi-srivastava-59a3b3313/</a:t>
            </a:r>
            <a:endParaRPr lang="en-IN" dirty="0"/>
          </a:p>
          <a:p>
            <a:pPr>
              <a:defRPr sz="2800">
                <a:solidFill>
                  <a:srgbClr val="C8C8C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189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🌿 NDVI Land Cover Classification </vt:lpstr>
      <vt:lpstr>🚀 Problem Statement</vt:lpstr>
      <vt:lpstr>⚠️ Key Challenges</vt:lpstr>
      <vt:lpstr>🔧 My Approach</vt:lpstr>
      <vt:lpstr>📊 Model Performance</vt:lpstr>
      <vt:lpstr>🎯 Key Learnings</vt:lpstr>
      <vt:lpstr>🤝 Let's Connect!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Sakshi Srivastava</cp:lastModifiedBy>
  <cp:revision>6</cp:revision>
  <dcterms:created xsi:type="dcterms:W3CDTF">2013-01-27T09:14:16Z</dcterms:created>
  <dcterms:modified xsi:type="dcterms:W3CDTF">2025-06-12T15:00:33Z</dcterms:modified>
  <cp:category/>
</cp:coreProperties>
</file>